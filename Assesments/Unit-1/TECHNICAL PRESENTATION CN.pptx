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D361-8C34-F806-2236-E0508EBAB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652" y="62425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OSI Model in Software-Defined Networking(SDN)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8EF47-DCBE-69E6-C8AE-1E3BD2CCA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1652" y="2923613"/>
            <a:ext cx="9144000" cy="16557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CSA0714-Computer Networks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1809B-B79C-35E1-4E28-ED910D4AC03C}"/>
              </a:ext>
            </a:extLst>
          </p:cNvPr>
          <p:cNvSpPr txBox="1"/>
          <p:nvPr/>
        </p:nvSpPr>
        <p:spPr>
          <a:xfrm>
            <a:off x="1474839" y="4557113"/>
            <a:ext cx="3372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</a:p>
          <a:p>
            <a:endParaRPr lang="en-IN" b="1" dirty="0"/>
          </a:p>
          <a:p>
            <a:r>
              <a:rPr lang="en-IN" dirty="0"/>
              <a:t>Sri Janani B(192421036)</a:t>
            </a:r>
          </a:p>
        </p:txBody>
      </p:sp>
    </p:spTree>
    <p:extLst>
      <p:ext uri="{BB962C8B-B14F-4D97-AF65-F5344CB8AC3E}">
        <p14:creationId xmlns:p14="http://schemas.microsoft.com/office/powerpoint/2010/main" val="764361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D2E84-2337-A85D-1411-32A98088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306131"/>
            <a:ext cx="11570109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OSI Model and SDN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66E6E-B920-F572-366D-68EBF02EF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1631694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OSI Model?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Open Systems Interconnection (OSI) model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7-layer networking framework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standardizes communication between different network devices.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a specific networking function. 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SDN?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Software-Defined Networking (SDN) separates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Plane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Plane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is managed by a centralized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Controller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provides flexibility, automation, and easier network management. </a:t>
            </a:r>
          </a:p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provides the communication framework, while SDN modernizes how networks are controlled.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51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8A8A-9206-4228-424A-FE26B5B5C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290" y="-16821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Layers and Their Role in SDN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493A2C-D494-A993-B367-87B3FF2D8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245402"/>
              </p:ext>
            </p:extLst>
          </p:nvPr>
        </p:nvGraphicFramePr>
        <p:xfrm>
          <a:off x="1130710" y="1022442"/>
          <a:ext cx="9751142" cy="481311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4875571">
                  <a:extLst>
                    <a:ext uri="{9D8B030D-6E8A-4147-A177-3AD203B41FA5}">
                      <a16:colId xmlns:a16="http://schemas.microsoft.com/office/drawing/2014/main" val="2930007583"/>
                    </a:ext>
                  </a:extLst>
                </a:gridCol>
                <a:gridCol w="4875571">
                  <a:extLst>
                    <a:ext uri="{9D8B030D-6E8A-4147-A177-3AD203B41FA5}">
                      <a16:colId xmlns:a16="http://schemas.microsoft.com/office/drawing/2014/main" val="3413700953"/>
                    </a:ext>
                  </a:extLst>
                </a:gridCol>
              </a:tblGrid>
              <a:tr h="588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OSI Layer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Role in SDN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22949"/>
                  </a:ext>
                </a:extLst>
              </a:tr>
              <a:tr h="588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Network applications communicate with the SDN Controller.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883634"/>
                  </a:ext>
                </a:extLst>
              </a:tr>
              <a:tr h="588826">
                <a:tc>
                  <a:txBody>
                    <a:bodyPr/>
                    <a:lstStyle/>
                    <a:p>
                      <a:r>
                        <a:rPr lang="en-IN" dirty="0"/>
                        <a:t>Presentation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formatting and encryption.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238579"/>
                  </a:ext>
                </a:extLst>
              </a:tr>
              <a:tr h="588826">
                <a:tc>
                  <a:txBody>
                    <a:bodyPr/>
                    <a:lstStyle/>
                    <a:p>
                      <a:r>
                        <a:rPr lang="en-IN" dirty="0"/>
                        <a:t>Session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Maintains communication sessions.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937163"/>
                  </a:ext>
                </a:extLst>
              </a:tr>
              <a:tr h="588826">
                <a:tc>
                  <a:txBody>
                    <a:bodyPr/>
                    <a:lstStyle/>
                    <a:p>
                      <a:r>
                        <a:rPr lang="en-IN" dirty="0"/>
                        <a:t>Transport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Provides reliable data transmission using TCP/UDP.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321990"/>
                  </a:ext>
                </a:extLst>
              </a:tr>
              <a:tr h="588826">
                <a:tc>
                  <a:txBody>
                    <a:bodyPr/>
                    <a:lstStyle/>
                    <a:p>
                      <a:r>
                        <a:rPr lang="en-IN" dirty="0"/>
                        <a:t>Network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SDN Controller manages routing decisions.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289603"/>
                  </a:ext>
                </a:extLst>
              </a:tr>
              <a:tr h="588826">
                <a:tc>
                  <a:txBody>
                    <a:bodyPr/>
                    <a:lstStyle/>
                    <a:p>
                      <a:r>
                        <a:rPr lang="en-IN" dirty="0"/>
                        <a:t>Data Link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OpenFlow switches forward packets.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747729"/>
                  </a:ext>
                </a:extLst>
              </a:tr>
              <a:tr h="588826">
                <a:tc>
                  <a:txBody>
                    <a:bodyPr/>
                    <a:lstStyle/>
                    <a:p>
                      <a:r>
                        <a:rPr lang="en-IN" dirty="0"/>
                        <a:t>Physical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Hardware devices transmit data.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8659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21EA19-1C66-AB0D-ED64-30ECDCDC3093}"/>
              </a:ext>
            </a:extLst>
          </p:cNvPr>
          <p:cNvSpPr txBox="1"/>
          <p:nvPr/>
        </p:nvSpPr>
        <p:spPr>
          <a:xfrm>
            <a:off x="1130710" y="5934670"/>
            <a:ext cx="9291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SDN mainly impacts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utilizing all OSI layers.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624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9659-5F52-93B6-0B5C-9CBF07FF9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522" y="-12041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OSI Model Supports SDN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FF756-B152-96E8-1E18-B2A01FDE1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" y="1205153"/>
            <a:ext cx="10349598" cy="527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53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A290-AC4B-2C56-436C-B9D13783F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8" y="-72232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Using OSI Model in SDN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19DBC-570B-46B5-0E1C-009FA0720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4716" y="125333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network management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security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Easy troubleshooting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Vendor interoperability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traffic engineering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deployment of services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Networks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Networks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92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A4E4-51BB-A26A-A1F5-51BF9D79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987" y="-283804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DA76-4E24-EEE6-B9C0-B1B7D11B1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181" y="950554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failure can affect the network.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 targeting the controller.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from traditional networks is difficult.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SDN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Intent-Based Networking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6G Networks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Network Management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remains the foundation of networking, while SDN enhances flexibility, automation, and intelligent network control.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923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4BD04E-DD34-5872-9077-670CADD10E23}"/>
              </a:ext>
            </a:extLst>
          </p:cNvPr>
          <p:cNvSpPr txBox="1"/>
          <p:nvPr/>
        </p:nvSpPr>
        <p:spPr>
          <a:xfrm>
            <a:off x="3103880" y="2509520"/>
            <a:ext cx="5984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latin typeface="Comic Sans MS" panose="030F07020303020202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9756290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Explore</Template>
  <TotalTime>26</TotalTime>
  <Words>317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Avenir Next LT Pro</vt:lpstr>
      <vt:lpstr>AvenirNext LT Pro Medium</vt:lpstr>
      <vt:lpstr>Comic Sans MS</vt:lpstr>
      <vt:lpstr>Posterama</vt:lpstr>
      <vt:lpstr>Times New Roman</vt:lpstr>
      <vt:lpstr>Wingdings</vt:lpstr>
      <vt:lpstr>ExploreVTI</vt:lpstr>
      <vt:lpstr>The Role of OSI Model in Software-Defined Networking(SDN)</vt:lpstr>
      <vt:lpstr>Introduction to OSI Model and SDN</vt:lpstr>
      <vt:lpstr>OSI Layers and Their Role in SDN</vt:lpstr>
      <vt:lpstr>How the OSI Model Supports SDN</vt:lpstr>
      <vt:lpstr>Benefits of Using OSI Model in SDN</vt:lpstr>
      <vt:lpstr>Challenges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B</dc:creator>
  <cp:lastModifiedBy>Sri B</cp:lastModifiedBy>
  <cp:revision>1</cp:revision>
  <dcterms:created xsi:type="dcterms:W3CDTF">2026-07-14T04:00:00Z</dcterms:created>
  <dcterms:modified xsi:type="dcterms:W3CDTF">2026-07-14T04:26:20Z</dcterms:modified>
</cp:coreProperties>
</file>